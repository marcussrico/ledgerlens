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90.2%</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91.4%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93.8%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95.6%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100.0%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97.9%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Drafted artifacts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recovery email, commercial-review letter or audit-committee memo, typed from the finding</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Natural language + visible SQL</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the query is shown beneath the answer, so nothing can be hallucinated</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87044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90.2% precision / 98.7%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90.2%</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98.7%</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94.3%</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148 · FP 16 · FN 2 · TN 1,405</a:t>
            </a:r>
            <a:br/>
            <a:r>
              <a:rPr sz="850" b="0">
                <a:solidFill>
                  <a:srgbClr val="A8A498"/>
                </a:solidFill>
                <a:latin typeface="Consolas"/>
              </a:rPr>
              <a:t>TP 148 + FN 2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Duplicates is our least precise pillar at 91.4%. Its transposition rule compares invoice numbers within an edit distance of two, and some genuinely distinct documents differ by that little. Both numbers are shown side by side, so a reviewer dismisses it in seconds.</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90.2% / 98.7%</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